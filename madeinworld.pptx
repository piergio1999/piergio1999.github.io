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56" r:id="rId5"/>
    <p:sldId id="261" r:id="rId6"/>
    <p:sldId id="260" r:id="rId7"/>
    <p:sldId id="263" r:id="rId8"/>
    <p:sldId id="265" r:id="rId9"/>
    <p:sldId id="266" r:id="rId10"/>
    <p:sldId id="268" r:id="rId11"/>
    <p:sldId id="271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6" r:id="rId20"/>
    <p:sldId id="287" r:id="rId21"/>
  </p:sldIdLst>
  <p:sldSz cx="9144000" cy="6858000" type="screen4x3"/>
  <p:notesSz cx="6858000" cy="9144000"/>
  <p:defaultTextStyle>
    <a:defPPr>
      <a:defRPr lang="en-AU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9" autoAdjust="0"/>
    <p:restoredTop sz="94711" autoAdjust="0"/>
  </p:normalViewPr>
  <p:slideViewPr>
    <p:cSldViewPr>
      <p:cViewPr varScale="1">
        <p:scale>
          <a:sx n="104" d="100"/>
          <a:sy n="104" d="100"/>
        </p:scale>
        <p:origin x="105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F4E5F0-F332-4E4E-8882-F31417E6A9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F1AB840-D933-4889-A365-E2604C6269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1FD66D6-ED1A-4D96-9F0D-92F6A60B1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59017B7-F8E2-4116-8A79-703F795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5265F8F-ECA7-4B85-9F6F-117D3189D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9CFE4A-6F39-4053-AF8D-000ED18286AB}" type="slidenum">
              <a:rPr lang="en-AU" altLang="it-IT"/>
              <a:pPr/>
              <a:t>‹N›</a:t>
            </a:fld>
            <a:endParaRPr lang="en-AU" altLang="it-IT"/>
          </a:p>
        </p:txBody>
      </p:sp>
    </p:spTree>
    <p:extLst>
      <p:ext uri="{BB962C8B-B14F-4D97-AF65-F5344CB8AC3E}">
        <p14:creationId xmlns:p14="http://schemas.microsoft.com/office/powerpoint/2010/main" val="4220527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332946-984E-4F70-88A4-DC425A314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71791BE-069B-4776-AB10-8A43A2A55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F9CB167-F5B2-4E48-95A8-3641B7CCC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783057D-FC71-4983-B2A6-D5824E905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DEA32D3-AE7E-4FFE-AE5B-12AE56BA2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5B1616-134B-43E7-B3FD-77B4FF53E29A}" type="slidenum">
              <a:rPr lang="en-AU" altLang="it-IT"/>
              <a:pPr/>
              <a:t>‹N›</a:t>
            </a:fld>
            <a:endParaRPr lang="en-AU" altLang="it-IT"/>
          </a:p>
        </p:txBody>
      </p:sp>
    </p:spTree>
    <p:extLst>
      <p:ext uri="{BB962C8B-B14F-4D97-AF65-F5344CB8AC3E}">
        <p14:creationId xmlns:p14="http://schemas.microsoft.com/office/powerpoint/2010/main" val="2113839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6D30C5B-3245-45BC-B6C2-3866333C0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A7A39C7-45D0-4634-AE9C-B94C06343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0A762DD-554C-4784-95CB-C9FDD8DAC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E89D117-10C7-4F96-B343-0A6302A3D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94912E8-58B5-40CE-A040-FBB15A681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B7ACF1-F74E-41B4-84FA-CC7044450382}" type="slidenum">
              <a:rPr lang="en-AU" altLang="it-IT"/>
              <a:pPr/>
              <a:t>‹N›</a:t>
            </a:fld>
            <a:endParaRPr lang="en-AU" altLang="it-IT"/>
          </a:p>
        </p:txBody>
      </p:sp>
    </p:spTree>
    <p:extLst>
      <p:ext uri="{BB962C8B-B14F-4D97-AF65-F5344CB8AC3E}">
        <p14:creationId xmlns:p14="http://schemas.microsoft.com/office/powerpoint/2010/main" val="929295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77933A-98E4-45B2-AB69-5A07A48FE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15524F9-6905-4B6D-B72C-B9627BA590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58CA1E5-989B-4FE9-9F51-D2C9277B48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FA25506-4AB6-49B1-AF04-82BDD264B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AA03806-6383-499B-B24B-9B8772AD9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5A1B2A3-6F73-418F-9864-A29553665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638264-F678-46D7-B33D-943BD13A73B4}" type="slidenum">
              <a:rPr lang="en-AU" altLang="it-IT"/>
              <a:pPr/>
              <a:t>‹N›</a:t>
            </a:fld>
            <a:endParaRPr lang="en-AU" altLang="it-IT"/>
          </a:p>
        </p:txBody>
      </p:sp>
    </p:spTree>
    <p:extLst>
      <p:ext uri="{BB962C8B-B14F-4D97-AF65-F5344CB8AC3E}">
        <p14:creationId xmlns:p14="http://schemas.microsoft.com/office/powerpoint/2010/main" val="3927784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DDC020-5B97-4A24-A1C7-723E52401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5CECDB9-75BD-4E8A-8D9C-6F8D5B964E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C58B49D-F099-4AC4-BAE3-4364BAD0D6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EC224B98-65EB-4A37-AFB1-480E50FDB4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1B930F9-D321-42EB-8642-BAF03A7AE4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E352C25A-13AF-4A49-8784-529AB50DD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4A22F752-3063-4A2A-AFD3-5F1BDF7F9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1782DF46-40C3-48E3-8187-E0697E549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1C508F-F3EF-4C91-97B6-94A3E0B8EB75}" type="slidenum">
              <a:rPr lang="en-AU" altLang="it-IT"/>
              <a:pPr/>
              <a:t>‹N›</a:t>
            </a:fld>
            <a:endParaRPr lang="en-AU" altLang="it-IT"/>
          </a:p>
        </p:txBody>
      </p:sp>
    </p:spTree>
    <p:extLst>
      <p:ext uri="{BB962C8B-B14F-4D97-AF65-F5344CB8AC3E}">
        <p14:creationId xmlns:p14="http://schemas.microsoft.com/office/powerpoint/2010/main" val="137727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646CCF7-0077-472B-AD49-8D33C77E1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08B7895-6B6B-49FC-9626-BA1FEE06E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10180C7-A801-48AF-83CF-3B6A40D5C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9AB51B6-A46F-4145-ADD0-85A0D2348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C0FAC6-5E33-4835-906D-1CA4D512DA8D}" type="slidenum">
              <a:rPr lang="en-AU" altLang="it-IT"/>
              <a:pPr/>
              <a:t>‹N›</a:t>
            </a:fld>
            <a:endParaRPr lang="en-AU" altLang="it-IT"/>
          </a:p>
        </p:txBody>
      </p:sp>
    </p:spTree>
    <p:extLst>
      <p:ext uri="{BB962C8B-B14F-4D97-AF65-F5344CB8AC3E}">
        <p14:creationId xmlns:p14="http://schemas.microsoft.com/office/powerpoint/2010/main" val="3375992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E65C9049-6254-4BF6-B1B2-4C19DA47C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2B566B3-A215-4D59-94D7-B6DD683F8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F2A740A-7987-4B1C-A85F-3F94E3FF4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CFEDEE-CDD3-45A3-836A-7EF6648C399E}" type="slidenum">
              <a:rPr lang="en-AU" altLang="it-IT"/>
              <a:pPr/>
              <a:t>‹N›</a:t>
            </a:fld>
            <a:endParaRPr lang="en-AU" altLang="it-IT"/>
          </a:p>
        </p:txBody>
      </p:sp>
    </p:spTree>
    <p:extLst>
      <p:ext uri="{BB962C8B-B14F-4D97-AF65-F5344CB8AC3E}">
        <p14:creationId xmlns:p14="http://schemas.microsoft.com/office/powerpoint/2010/main" val="706423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537F9F4-C631-4E51-8C37-D2126CEEA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20604CD-CCAA-435E-93DA-A6A921147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A5DFFCC-E7D1-4711-ADB3-B86B25B0DB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025E9D2-45E4-4382-BAA1-DD1BED2F0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DB4F7D0-C270-47E5-80C1-FEFE49BED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5CC5724-DA80-4F38-B0A5-9059803FC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448C1E-BF72-43BC-BEA4-CCD57CCD5F70}" type="slidenum">
              <a:rPr lang="en-AU" altLang="it-IT"/>
              <a:pPr/>
              <a:t>‹N›</a:t>
            </a:fld>
            <a:endParaRPr lang="en-AU" altLang="it-IT"/>
          </a:p>
        </p:txBody>
      </p:sp>
    </p:spTree>
    <p:extLst>
      <p:ext uri="{BB962C8B-B14F-4D97-AF65-F5344CB8AC3E}">
        <p14:creationId xmlns:p14="http://schemas.microsoft.com/office/powerpoint/2010/main" val="1481135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748E92B-1C53-4EBC-9E3D-C91C0FE5F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25629204-4C8E-43BD-9D5C-D6C7E47F81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9EA4D34-E21C-4146-A529-767D05C216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F8CF984-94EB-4F2F-84F0-3D15506E4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E0005E6-1DB0-4B8F-AEAE-57AA184C9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56372FA-E366-4985-B735-5D7BAA42E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348CE2-648A-411F-9AD1-34DDC1D1BD53}" type="slidenum">
              <a:rPr lang="en-AU" altLang="it-IT"/>
              <a:pPr/>
              <a:t>‹N›</a:t>
            </a:fld>
            <a:endParaRPr lang="en-AU" altLang="it-IT"/>
          </a:p>
        </p:txBody>
      </p:sp>
    </p:spTree>
    <p:extLst>
      <p:ext uri="{BB962C8B-B14F-4D97-AF65-F5344CB8AC3E}">
        <p14:creationId xmlns:p14="http://schemas.microsoft.com/office/powerpoint/2010/main" val="3778352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4C0A561-52B1-4F94-A6B9-C2315781F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FB29EC8-E4EF-4C6F-BAB5-8B8FCD2BA6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AD6AA3F-D331-487E-8811-4E55BA386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1A11BBB-90C6-4187-9B81-E46A22378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EAC3ACD-A9C4-4646-8D40-C67DE8C85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C3E910-E70B-4AA9-AFE4-AE9FC53CAB4C}" type="slidenum">
              <a:rPr lang="en-AU" altLang="it-IT"/>
              <a:pPr/>
              <a:t>‹N›</a:t>
            </a:fld>
            <a:endParaRPr lang="en-AU" altLang="it-IT"/>
          </a:p>
        </p:txBody>
      </p:sp>
    </p:spTree>
    <p:extLst>
      <p:ext uri="{BB962C8B-B14F-4D97-AF65-F5344CB8AC3E}">
        <p14:creationId xmlns:p14="http://schemas.microsoft.com/office/powerpoint/2010/main" val="650387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F9EA595-9378-4233-81B0-AFF82BB0C3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67ABA57-B15E-425F-93C2-EC160E40A8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D23B4FA-9BBA-4A6E-BF48-BEB2908F3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F05BD73-E0C7-4FC4-806C-C51F943B5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C79F35E-CA39-4320-A019-2B24E9ADA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EC416E-4B6A-4D5D-93F4-69365789F516}" type="slidenum">
              <a:rPr lang="en-AU" altLang="it-IT"/>
              <a:pPr/>
              <a:t>‹N›</a:t>
            </a:fld>
            <a:endParaRPr lang="en-AU" altLang="it-IT"/>
          </a:p>
        </p:txBody>
      </p:sp>
    </p:spTree>
    <p:extLst>
      <p:ext uri="{BB962C8B-B14F-4D97-AF65-F5344CB8AC3E}">
        <p14:creationId xmlns:p14="http://schemas.microsoft.com/office/powerpoint/2010/main" val="2982396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D5ACA92-2BED-4B08-9C7A-5040C1BFD3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AU" altLang="it-IT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D01B0D5-5F61-4BA4-9758-D6B5065F54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altLang="it-IT"/>
              <a:t>Click to edit Master text styles</a:t>
            </a:r>
          </a:p>
          <a:p>
            <a:pPr lvl="1"/>
            <a:r>
              <a:rPr lang="en-AU" altLang="it-IT"/>
              <a:t>Second level</a:t>
            </a:r>
          </a:p>
          <a:p>
            <a:pPr lvl="2"/>
            <a:r>
              <a:rPr lang="en-AU" altLang="it-IT"/>
              <a:t>Third level</a:t>
            </a:r>
          </a:p>
          <a:p>
            <a:pPr lvl="3"/>
            <a:r>
              <a:rPr lang="en-AU" altLang="it-IT"/>
              <a:t>Fourth level</a:t>
            </a:r>
          </a:p>
          <a:p>
            <a:pPr lvl="4"/>
            <a:r>
              <a:rPr lang="en-AU" altLang="it-IT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A131AF0-53FD-4AFE-AF2B-586F31EC52E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AU" altLang="it-IT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CB83387-019D-4021-BC2A-2F4025F4819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AU" altLang="it-IT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8B9E869-A902-42BF-A030-CA8BEB298FB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7FF8C08-4C96-4322-ADBB-F4A531602077}" type="slidenum">
              <a:rPr lang="en-AU" altLang="it-IT"/>
              <a:pPr/>
              <a:t>‹N›</a:t>
            </a:fld>
            <a:endParaRPr lang="en-AU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F7B9AF3-66E2-4AD3-A9B1-2436B94199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l-GR" altLang="it-IT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457B5CD-19B3-4F04-A3DD-01B516194E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l-GR" altLang="it-IT"/>
          </a:p>
        </p:txBody>
      </p:sp>
      <p:pic>
        <p:nvPicPr>
          <p:cNvPr id="3076" name="Picture 4" descr="pic23281">
            <a:extLst>
              <a:ext uri="{FF2B5EF4-FFF2-40B4-BE49-F238E27FC236}">
                <a16:creationId xmlns:a16="http://schemas.microsoft.com/office/drawing/2014/main" id="{B8214FBF-2477-469E-9938-902242D572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838200"/>
            <a:ext cx="5410200" cy="472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0633B5E-502E-48F8-83F5-0E2D2055CA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l-GR" altLang="it-IT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4D579A51-943B-422D-81DF-FDB99BEF60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l-GR" altLang="it-IT"/>
          </a:p>
        </p:txBody>
      </p:sp>
      <p:pic>
        <p:nvPicPr>
          <p:cNvPr id="4100" name="Picture 4" descr="pic24464">
            <a:extLst>
              <a:ext uri="{FF2B5EF4-FFF2-40B4-BE49-F238E27FC236}">
                <a16:creationId xmlns:a16="http://schemas.microsoft.com/office/drawing/2014/main" id="{1ACB669B-F68D-4AAA-A005-CF5F7B6AB1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066800"/>
            <a:ext cx="5715000" cy="472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E7D1A41-6683-432E-8D87-A9CB29DC65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l-GR" altLang="it-IT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79F35698-C02C-4E2C-90BA-D7E389D138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l-GR" altLang="it-IT"/>
          </a:p>
        </p:txBody>
      </p:sp>
      <p:pic>
        <p:nvPicPr>
          <p:cNvPr id="5124" name="Picture 4" descr="pic26962">
            <a:extLst>
              <a:ext uri="{FF2B5EF4-FFF2-40B4-BE49-F238E27FC236}">
                <a16:creationId xmlns:a16="http://schemas.microsoft.com/office/drawing/2014/main" id="{CA1C91B2-5522-4BC7-AE67-1643127DB6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838200"/>
            <a:ext cx="7086600" cy="533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ic16827">
            <a:extLst>
              <a:ext uri="{FF2B5EF4-FFF2-40B4-BE49-F238E27FC236}">
                <a16:creationId xmlns:a16="http://schemas.microsoft.com/office/drawing/2014/main" id="{57CE622A-EEC3-47FC-AA3E-01EA95DE3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57200"/>
            <a:ext cx="8077200" cy="601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1" name="Rectangle 3">
            <a:extLst>
              <a:ext uri="{FF2B5EF4-FFF2-40B4-BE49-F238E27FC236}">
                <a16:creationId xmlns:a16="http://schemas.microsoft.com/office/drawing/2014/main" id="{08CB379F-09BB-414E-A509-E9C8228015A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endParaRPr lang="el-GR" altLang="it-IT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C40702C-C993-4CF7-BAEA-F0FF212F6F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l-GR" altLang="it-IT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BFAC96B2-74D0-486B-8BA2-B4A05A9D17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543425"/>
          </a:xfrm>
        </p:spPr>
        <p:txBody>
          <a:bodyPr/>
          <a:lstStyle/>
          <a:p>
            <a:pPr algn="ctr">
              <a:buFontTx/>
              <a:buNone/>
            </a:pPr>
            <a:endParaRPr lang="it-IT" altLang="it-IT" sz="2000">
              <a:solidFill>
                <a:schemeClr val="bg1"/>
              </a:solidFill>
            </a:endParaRPr>
          </a:p>
          <a:p>
            <a:pPr algn="ctr">
              <a:buFontTx/>
              <a:buNone/>
            </a:pPr>
            <a:endParaRPr lang="it-IT" altLang="it-IT" sz="2000">
              <a:solidFill>
                <a:schemeClr val="bg1"/>
              </a:solidFill>
            </a:endParaRPr>
          </a:p>
          <a:p>
            <a:pPr algn="ctr">
              <a:buFontTx/>
              <a:buNone/>
            </a:pPr>
            <a:endParaRPr lang="it-IT" altLang="it-IT" sz="2000">
              <a:solidFill>
                <a:schemeClr val="bg1"/>
              </a:solidFill>
            </a:endParaRPr>
          </a:p>
          <a:p>
            <a:pPr algn="ctr">
              <a:buFontTx/>
              <a:buNone/>
            </a:pPr>
            <a:endParaRPr lang="it-IT" altLang="it-IT" sz="2000">
              <a:solidFill>
                <a:schemeClr val="bg1"/>
              </a:solidFill>
            </a:endParaRPr>
          </a:p>
          <a:p>
            <a:pPr algn="ctr">
              <a:buFontTx/>
              <a:buNone/>
            </a:pPr>
            <a:endParaRPr lang="it-IT" altLang="it-IT" sz="2000">
              <a:solidFill>
                <a:schemeClr val="bg1"/>
              </a:solidFill>
            </a:endParaRPr>
          </a:p>
          <a:p>
            <a:pPr algn="ctr">
              <a:buFontTx/>
              <a:buNone/>
            </a:pPr>
            <a:endParaRPr lang="it-IT" altLang="it-IT" sz="2000">
              <a:solidFill>
                <a:schemeClr val="bg1"/>
              </a:solidFill>
            </a:endParaRPr>
          </a:p>
          <a:p>
            <a:pPr algn="ctr">
              <a:buFontTx/>
              <a:buNone/>
            </a:pPr>
            <a:endParaRPr lang="it-IT" altLang="it-IT" sz="2000">
              <a:solidFill>
                <a:schemeClr val="bg1"/>
              </a:solidFill>
            </a:endParaRPr>
          </a:p>
          <a:p>
            <a:pPr algn="ctr">
              <a:buFontTx/>
              <a:buNone/>
            </a:pPr>
            <a:endParaRPr lang="it-IT" altLang="it-IT" sz="2000">
              <a:solidFill>
                <a:schemeClr val="bg1"/>
              </a:solidFill>
            </a:endParaRPr>
          </a:p>
          <a:p>
            <a:pPr algn="ctr">
              <a:buFontTx/>
              <a:buNone/>
            </a:pPr>
            <a:endParaRPr lang="it-IT" altLang="it-IT" sz="2000">
              <a:solidFill>
                <a:schemeClr val="bg1"/>
              </a:solidFill>
            </a:endParaRPr>
          </a:p>
          <a:p>
            <a:pPr algn="ctr">
              <a:buFontTx/>
              <a:buNone/>
            </a:pPr>
            <a:endParaRPr lang="it-IT" altLang="it-IT" sz="2000">
              <a:solidFill>
                <a:schemeClr val="bg1"/>
              </a:solidFill>
            </a:endParaRPr>
          </a:p>
          <a:p>
            <a:pPr algn="ctr">
              <a:buFontTx/>
              <a:buNone/>
            </a:pPr>
            <a:r>
              <a:rPr lang="it-IT" altLang="it-IT" sz="2000">
                <a:solidFill>
                  <a:schemeClr val="bg1"/>
                </a:solidFill>
              </a:rPr>
              <a:t>Fottiti</a:t>
            </a:r>
            <a:endParaRPr lang="el-GR" altLang="it-IT" sz="2000">
              <a:solidFill>
                <a:schemeClr val="bg1"/>
              </a:solidFill>
            </a:endParaRPr>
          </a:p>
        </p:txBody>
      </p:sp>
      <p:pic>
        <p:nvPicPr>
          <p:cNvPr id="7172" name="Picture 4" descr="pic293581">
            <a:extLst>
              <a:ext uri="{FF2B5EF4-FFF2-40B4-BE49-F238E27FC236}">
                <a16:creationId xmlns:a16="http://schemas.microsoft.com/office/drawing/2014/main" id="{D5C8612B-7844-4496-8FAD-585894007A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692150"/>
            <a:ext cx="7620000" cy="4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3C1430B-72DB-4F92-A0EE-39CBCBCD27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l-GR" altLang="it-IT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A42F056-09C0-49A3-B002-027D6FABDB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l-GR" altLang="it-IT"/>
          </a:p>
        </p:txBody>
      </p:sp>
      <p:pic>
        <p:nvPicPr>
          <p:cNvPr id="6148" name="Picture 4" descr="pic28145">
            <a:extLst>
              <a:ext uri="{FF2B5EF4-FFF2-40B4-BE49-F238E27FC236}">
                <a16:creationId xmlns:a16="http://schemas.microsoft.com/office/drawing/2014/main" id="{84CC5AAF-8FD8-4365-9E32-351484F1E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371600"/>
            <a:ext cx="6629400" cy="472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503F0A20-4388-4388-B2D2-303FEC9EBE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l-GR" altLang="it-IT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966C2B16-1ED6-4BEE-8C61-376AC168EB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l-GR" altLang="it-IT"/>
          </a:p>
        </p:txBody>
      </p:sp>
      <p:pic>
        <p:nvPicPr>
          <p:cNvPr id="9220" name="Picture 4" descr="africa2">
            <a:extLst>
              <a:ext uri="{FF2B5EF4-FFF2-40B4-BE49-F238E27FC236}">
                <a16:creationId xmlns:a16="http://schemas.microsoft.com/office/drawing/2014/main" id="{BEB65D5E-F52D-4489-9F93-4B5F7F53F9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57200"/>
            <a:ext cx="8305800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8E0406D1-22CF-400A-9C31-B676321D35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l-GR" altLang="it-IT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318C3809-59E2-4FA5-B4E4-52A571D2E9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l-GR" altLang="it-IT"/>
          </a:p>
        </p:txBody>
      </p:sp>
      <p:pic>
        <p:nvPicPr>
          <p:cNvPr id="11268" name="Picture 4" descr="africa5">
            <a:extLst>
              <a:ext uri="{FF2B5EF4-FFF2-40B4-BE49-F238E27FC236}">
                <a16:creationId xmlns:a16="http://schemas.microsoft.com/office/drawing/2014/main" id="{BE70FF23-3E35-4A49-A36A-17592F428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57200"/>
            <a:ext cx="8001000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5CC87347-7B38-4193-8108-F5D4B9DD3C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l-GR" altLang="it-IT"/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B8B7D937-150D-41DF-A467-074E857FF7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616450"/>
          </a:xfrm>
        </p:spPr>
        <p:txBody>
          <a:bodyPr/>
          <a:lstStyle/>
          <a:p>
            <a:pPr>
              <a:buFontTx/>
              <a:buNone/>
            </a:pPr>
            <a:endParaRPr lang="it-IT" altLang="it-IT"/>
          </a:p>
          <a:p>
            <a:pPr>
              <a:buFontTx/>
              <a:buNone/>
            </a:pPr>
            <a:endParaRPr lang="it-IT" altLang="it-IT"/>
          </a:p>
          <a:p>
            <a:pPr>
              <a:buFontTx/>
              <a:buNone/>
            </a:pPr>
            <a:endParaRPr lang="it-IT" altLang="it-IT"/>
          </a:p>
          <a:p>
            <a:pPr>
              <a:buFontTx/>
              <a:buNone/>
            </a:pPr>
            <a:endParaRPr lang="it-IT" altLang="it-IT"/>
          </a:p>
          <a:p>
            <a:pPr>
              <a:buFontTx/>
              <a:buNone/>
            </a:pPr>
            <a:endParaRPr lang="it-IT" altLang="it-IT"/>
          </a:p>
          <a:p>
            <a:pPr>
              <a:buFontTx/>
              <a:buNone/>
            </a:pPr>
            <a:endParaRPr lang="it-IT" altLang="it-IT"/>
          </a:p>
          <a:p>
            <a:pPr algn="ctr">
              <a:buFontTx/>
              <a:buNone/>
            </a:pPr>
            <a:endParaRPr lang="it-IT" altLang="it-IT" sz="2000">
              <a:solidFill>
                <a:schemeClr val="bg1"/>
              </a:solidFill>
            </a:endParaRPr>
          </a:p>
          <a:p>
            <a:pPr algn="ctr">
              <a:buFontTx/>
              <a:buNone/>
            </a:pPr>
            <a:r>
              <a:rPr lang="it-IT" altLang="it-IT" sz="2000">
                <a:solidFill>
                  <a:schemeClr val="bg1"/>
                </a:solidFill>
              </a:rPr>
              <a:t>Avviso</a:t>
            </a:r>
          </a:p>
          <a:p>
            <a:pPr algn="ctr">
              <a:buFontTx/>
              <a:buNone/>
            </a:pPr>
            <a:r>
              <a:rPr lang="it-IT" altLang="it-IT" sz="2000">
                <a:solidFill>
                  <a:schemeClr val="bg1"/>
                </a:solidFill>
              </a:rPr>
              <a:t>Il bar non è aperto perché è chiuso – la direzione</a:t>
            </a:r>
            <a:endParaRPr lang="el-GR" altLang="it-IT" sz="2000">
              <a:solidFill>
                <a:schemeClr val="bg1"/>
              </a:solidFill>
            </a:endParaRPr>
          </a:p>
        </p:txBody>
      </p:sp>
      <p:pic>
        <p:nvPicPr>
          <p:cNvPr id="12292" name="Picture 4" descr="africa6">
            <a:extLst>
              <a:ext uri="{FF2B5EF4-FFF2-40B4-BE49-F238E27FC236}">
                <a16:creationId xmlns:a16="http://schemas.microsoft.com/office/drawing/2014/main" id="{98DA1054-D9C5-4524-A53E-FB29339C25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476250"/>
            <a:ext cx="7772400" cy="510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0" name="Picture 4" descr="BIKE">
            <a:extLst>
              <a:ext uri="{FF2B5EF4-FFF2-40B4-BE49-F238E27FC236}">
                <a16:creationId xmlns:a16="http://schemas.microsoft.com/office/drawing/2014/main" id="{237A00AD-9010-4B21-92D2-8555411955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838200"/>
            <a:ext cx="7162800" cy="518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22E97CA-2E0E-42BB-90CE-8CE5C5F741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l-GR" altLang="it-IT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56954E35-4A1C-4F22-B299-3871795824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616450"/>
          </a:xfrm>
        </p:spPr>
        <p:txBody>
          <a:bodyPr/>
          <a:lstStyle/>
          <a:p>
            <a:pPr>
              <a:buFontTx/>
              <a:buNone/>
            </a:pPr>
            <a:endParaRPr lang="it-IT" altLang="it-IT" sz="2800"/>
          </a:p>
          <a:p>
            <a:pPr>
              <a:buFontTx/>
              <a:buNone/>
            </a:pPr>
            <a:endParaRPr lang="it-IT" altLang="it-IT" sz="2800"/>
          </a:p>
          <a:p>
            <a:pPr>
              <a:buFontTx/>
              <a:buNone/>
            </a:pPr>
            <a:endParaRPr lang="it-IT" altLang="it-IT" sz="2800"/>
          </a:p>
          <a:p>
            <a:pPr>
              <a:buFontTx/>
              <a:buNone/>
            </a:pPr>
            <a:endParaRPr lang="it-IT" altLang="it-IT" sz="2800"/>
          </a:p>
          <a:p>
            <a:pPr>
              <a:buFontTx/>
              <a:buNone/>
            </a:pPr>
            <a:endParaRPr lang="it-IT" altLang="it-IT" sz="2800"/>
          </a:p>
          <a:p>
            <a:pPr>
              <a:buFontTx/>
              <a:buNone/>
            </a:pPr>
            <a:endParaRPr lang="it-IT" altLang="it-IT" sz="2800"/>
          </a:p>
          <a:p>
            <a:pPr>
              <a:buFontTx/>
              <a:buNone/>
            </a:pPr>
            <a:endParaRPr lang="it-IT" altLang="it-IT" sz="2800"/>
          </a:p>
          <a:p>
            <a:pPr>
              <a:buFontTx/>
              <a:buNone/>
            </a:pPr>
            <a:endParaRPr lang="it-IT" altLang="it-IT" sz="2800"/>
          </a:p>
          <a:p>
            <a:pPr algn="ctr">
              <a:buFontTx/>
              <a:buNone/>
            </a:pPr>
            <a:r>
              <a:rPr lang="it-IT" altLang="it-IT" sz="2000">
                <a:solidFill>
                  <a:schemeClr val="bg1"/>
                </a:solidFill>
              </a:rPr>
              <a:t>Attenzione, quando piove c’è acqua sulla strada</a:t>
            </a:r>
            <a:endParaRPr lang="el-GR" altLang="it-IT" sz="2000">
              <a:solidFill>
                <a:schemeClr val="bg1"/>
              </a:solidFill>
            </a:endParaRPr>
          </a:p>
        </p:txBody>
      </p:sp>
      <p:pic>
        <p:nvPicPr>
          <p:cNvPr id="17412" name="Picture 4" descr="Malaysian_signs3_X1X2">
            <a:extLst>
              <a:ext uri="{FF2B5EF4-FFF2-40B4-BE49-F238E27FC236}">
                <a16:creationId xmlns:a16="http://schemas.microsoft.com/office/drawing/2014/main" id="{BFA6F484-CF84-490E-9678-7AB1B7066D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333375"/>
            <a:ext cx="7620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>
            <a:extLst>
              <a:ext uri="{FF2B5EF4-FFF2-40B4-BE49-F238E27FC236}">
                <a16:creationId xmlns:a16="http://schemas.microsoft.com/office/drawing/2014/main" id="{21C264EC-6094-425B-8ED5-C5BCFAB781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327525"/>
          </a:xfrm>
        </p:spPr>
        <p:txBody>
          <a:bodyPr/>
          <a:lstStyle/>
          <a:p>
            <a:pPr>
              <a:buFontTx/>
              <a:buNone/>
            </a:pPr>
            <a:endParaRPr lang="it-IT" altLang="it-IT"/>
          </a:p>
          <a:p>
            <a:pPr>
              <a:buFontTx/>
              <a:buNone/>
            </a:pPr>
            <a:endParaRPr lang="it-IT" altLang="it-IT"/>
          </a:p>
          <a:p>
            <a:pPr>
              <a:buFontTx/>
              <a:buNone/>
            </a:pPr>
            <a:endParaRPr lang="it-IT" altLang="it-IT"/>
          </a:p>
          <a:p>
            <a:pPr>
              <a:buFontTx/>
              <a:buNone/>
            </a:pPr>
            <a:endParaRPr lang="it-IT" altLang="it-IT"/>
          </a:p>
          <a:p>
            <a:pPr>
              <a:buFontTx/>
              <a:buNone/>
            </a:pPr>
            <a:endParaRPr lang="it-IT" altLang="it-IT"/>
          </a:p>
          <a:p>
            <a:pPr>
              <a:buFontTx/>
              <a:buNone/>
            </a:pPr>
            <a:endParaRPr lang="it-IT" altLang="it-IT"/>
          </a:p>
          <a:p>
            <a:pPr algn="ctr">
              <a:buFontTx/>
              <a:buNone/>
            </a:pPr>
            <a:endParaRPr lang="it-IT" altLang="it-IT" sz="2000">
              <a:solidFill>
                <a:schemeClr val="bg1"/>
              </a:solidFill>
            </a:endParaRPr>
          </a:p>
          <a:p>
            <a:pPr algn="ctr">
              <a:buFontTx/>
              <a:buNone/>
            </a:pPr>
            <a:r>
              <a:rPr lang="it-IT" altLang="it-IT" sz="2000">
                <a:solidFill>
                  <a:schemeClr val="bg1"/>
                </a:solidFill>
              </a:rPr>
              <a:t>Guidate attenti – Noi abbiamo due cimiteri e niente ospedali</a:t>
            </a:r>
            <a:endParaRPr lang="el-GR" altLang="it-IT" sz="2000">
              <a:solidFill>
                <a:schemeClr val="bg1"/>
              </a:solidFill>
            </a:endParaRPr>
          </a:p>
        </p:txBody>
      </p:sp>
      <p:pic>
        <p:nvPicPr>
          <p:cNvPr id="24580" name="Picture 4" descr="drive carefully">
            <a:extLst>
              <a:ext uri="{FF2B5EF4-FFF2-40B4-BE49-F238E27FC236}">
                <a16:creationId xmlns:a16="http://schemas.microsoft.com/office/drawing/2014/main" id="{51C33782-5EA5-4AEB-BFDA-B153C6D95E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476250"/>
            <a:ext cx="7772400" cy="518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>
            <a:extLst>
              <a:ext uri="{FF2B5EF4-FFF2-40B4-BE49-F238E27FC236}">
                <a16:creationId xmlns:a16="http://schemas.microsoft.com/office/drawing/2014/main" id="{48541C91-4782-4FCE-816F-136FDDDE5E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it-IT" altLang="it-IT"/>
          </a:p>
          <a:p>
            <a:pPr>
              <a:buFontTx/>
              <a:buNone/>
            </a:pPr>
            <a:endParaRPr lang="it-IT" altLang="it-IT"/>
          </a:p>
          <a:p>
            <a:pPr>
              <a:buFontTx/>
              <a:buNone/>
            </a:pPr>
            <a:endParaRPr lang="it-IT" altLang="it-IT"/>
          </a:p>
          <a:p>
            <a:pPr>
              <a:buFontTx/>
              <a:buNone/>
            </a:pPr>
            <a:endParaRPr lang="it-IT" altLang="it-IT"/>
          </a:p>
          <a:p>
            <a:pPr>
              <a:buFontTx/>
              <a:buNone/>
            </a:pPr>
            <a:endParaRPr lang="it-IT" altLang="it-IT"/>
          </a:p>
          <a:p>
            <a:pPr>
              <a:buFontTx/>
              <a:buNone/>
            </a:pPr>
            <a:endParaRPr lang="it-IT" altLang="it-IT"/>
          </a:p>
          <a:p>
            <a:pPr algn="ctr">
              <a:buFontTx/>
              <a:buNone/>
            </a:pPr>
            <a:r>
              <a:rPr lang="it-IT" altLang="it-IT" sz="2000">
                <a:solidFill>
                  <a:schemeClr val="bg1"/>
                </a:solidFill>
              </a:rPr>
              <a:t>Telefono fuori servizio?  Chiamateci!</a:t>
            </a:r>
            <a:endParaRPr lang="el-GR" altLang="it-IT" sz="2000">
              <a:solidFill>
                <a:schemeClr val="bg1"/>
              </a:solidFill>
            </a:endParaRPr>
          </a:p>
        </p:txBody>
      </p:sp>
      <p:pic>
        <p:nvPicPr>
          <p:cNvPr id="25604" name="Picture 4" descr="pac-bell">
            <a:extLst>
              <a:ext uri="{FF2B5EF4-FFF2-40B4-BE49-F238E27FC236}">
                <a16:creationId xmlns:a16="http://schemas.microsoft.com/office/drawing/2014/main" id="{BB2383E5-864E-46D1-8D39-4629446213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908050"/>
            <a:ext cx="6934200" cy="449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>
            <a:extLst>
              <a:ext uri="{FF2B5EF4-FFF2-40B4-BE49-F238E27FC236}">
                <a16:creationId xmlns:a16="http://schemas.microsoft.com/office/drawing/2014/main" id="{3B0A2487-C221-4CB5-BC92-754C6D7B53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l-GR" altLang="it-IT"/>
          </a:p>
        </p:txBody>
      </p:sp>
      <p:pic>
        <p:nvPicPr>
          <p:cNvPr id="26628" name="Picture 4" descr="pic066061">
            <a:extLst>
              <a:ext uri="{FF2B5EF4-FFF2-40B4-BE49-F238E27FC236}">
                <a16:creationId xmlns:a16="http://schemas.microsoft.com/office/drawing/2014/main" id="{2AFA2697-D38B-41BA-A2B7-8DABCA26E9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6965"/>
            <a:ext cx="8496944" cy="662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>
            <a:extLst>
              <a:ext uri="{FF2B5EF4-FFF2-40B4-BE49-F238E27FC236}">
                <a16:creationId xmlns:a16="http://schemas.microsoft.com/office/drawing/2014/main" id="{31596999-E034-47AA-84C5-1A1104CE90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687888"/>
          </a:xfrm>
        </p:spPr>
        <p:txBody>
          <a:bodyPr/>
          <a:lstStyle/>
          <a:p>
            <a:pPr>
              <a:buFontTx/>
              <a:buNone/>
            </a:pPr>
            <a:endParaRPr lang="it-IT" altLang="it-IT"/>
          </a:p>
          <a:p>
            <a:pPr>
              <a:buFontTx/>
              <a:buNone/>
            </a:pPr>
            <a:endParaRPr lang="it-IT" altLang="it-IT"/>
          </a:p>
          <a:p>
            <a:pPr>
              <a:buFontTx/>
              <a:buNone/>
            </a:pPr>
            <a:endParaRPr lang="it-IT" altLang="it-IT"/>
          </a:p>
          <a:p>
            <a:pPr>
              <a:buFontTx/>
              <a:buNone/>
            </a:pPr>
            <a:endParaRPr lang="it-IT" altLang="it-IT"/>
          </a:p>
          <a:p>
            <a:pPr>
              <a:buFontTx/>
              <a:buNone/>
            </a:pPr>
            <a:endParaRPr lang="it-IT" altLang="it-IT"/>
          </a:p>
          <a:p>
            <a:pPr>
              <a:buFontTx/>
              <a:buNone/>
            </a:pPr>
            <a:endParaRPr lang="it-IT" altLang="it-IT"/>
          </a:p>
          <a:p>
            <a:pPr>
              <a:buFontTx/>
              <a:buNone/>
            </a:pPr>
            <a:endParaRPr lang="it-IT" altLang="it-IT"/>
          </a:p>
          <a:p>
            <a:pPr algn="ctr">
              <a:buFontTx/>
              <a:buNone/>
            </a:pPr>
            <a:r>
              <a:rPr lang="it-IT" altLang="it-IT" sz="2000">
                <a:solidFill>
                  <a:schemeClr val="bg1"/>
                </a:solidFill>
              </a:rPr>
              <a:t>Tenere la destra</a:t>
            </a:r>
            <a:endParaRPr lang="el-GR" altLang="it-IT" sz="2000">
              <a:solidFill>
                <a:schemeClr val="bg1"/>
              </a:solidFill>
            </a:endParaRPr>
          </a:p>
        </p:txBody>
      </p:sp>
      <p:pic>
        <p:nvPicPr>
          <p:cNvPr id="27652" name="Picture 4" descr="pic164031">
            <a:extLst>
              <a:ext uri="{FF2B5EF4-FFF2-40B4-BE49-F238E27FC236}">
                <a16:creationId xmlns:a16="http://schemas.microsoft.com/office/drawing/2014/main" id="{195CA7C8-780A-434F-BD08-9A43D4CE78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476250"/>
            <a:ext cx="9982200" cy="547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>
            <a:extLst>
              <a:ext uri="{FF2B5EF4-FFF2-40B4-BE49-F238E27FC236}">
                <a16:creationId xmlns:a16="http://schemas.microsoft.com/office/drawing/2014/main" id="{3F3A4FB6-AF2D-475D-8AEA-C35D2F9E9A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543425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it-IT" altLang="it-IT" sz="900"/>
          </a:p>
          <a:p>
            <a:pPr>
              <a:lnSpc>
                <a:spcPct val="80000"/>
              </a:lnSpc>
              <a:buFontTx/>
              <a:buNone/>
            </a:pPr>
            <a:endParaRPr lang="it-IT" altLang="it-IT" sz="900"/>
          </a:p>
          <a:p>
            <a:pPr>
              <a:lnSpc>
                <a:spcPct val="80000"/>
              </a:lnSpc>
              <a:buFontTx/>
              <a:buNone/>
            </a:pPr>
            <a:endParaRPr lang="it-IT" altLang="it-IT" sz="900"/>
          </a:p>
          <a:p>
            <a:pPr>
              <a:lnSpc>
                <a:spcPct val="80000"/>
              </a:lnSpc>
              <a:buFontTx/>
              <a:buNone/>
            </a:pPr>
            <a:endParaRPr lang="it-IT" altLang="it-IT" sz="900"/>
          </a:p>
          <a:p>
            <a:pPr>
              <a:lnSpc>
                <a:spcPct val="80000"/>
              </a:lnSpc>
              <a:buFontTx/>
              <a:buNone/>
            </a:pPr>
            <a:endParaRPr lang="it-IT" altLang="it-IT" sz="900"/>
          </a:p>
          <a:p>
            <a:pPr>
              <a:lnSpc>
                <a:spcPct val="80000"/>
              </a:lnSpc>
              <a:buFontTx/>
              <a:buNone/>
            </a:pPr>
            <a:endParaRPr lang="it-IT" altLang="it-IT" sz="900"/>
          </a:p>
          <a:p>
            <a:pPr>
              <a:lnSpc>
                <a:spcPct val="80000"/>
              </a:lnSpc>
              <a:buFontTx/>
              <a:buNone/>
            </a:pPr>
            <a:endParaRPr lang="it-IT" altLang="it-IT" sz="900"/>
          </a:p>
          <a:p>
            <a:pPr>
              <a:lnSpc>
                <a:spcPct val="80000"/>
              </a:lnSpc>
              <a:buFontTx/>
              <a:buNone/>
            </a:pPr>
            <a:endParaRPr lang="it-IT" altLang="it-IT" sz="900"/>
          </a:p>
          <a:p>
            <a:pPr>
              <a:lnSpc>
                <a:spcPct val="80000"/>
              </a:lnSpc>
              <a:buFontTx/>
              <a:buNone/>
            </a:pPr>
            <a:endParaRPr lang="it-IT" altLang="it-IT" sz="900"/>
          </a:p>
          <a:p>
            <a:pPr>
              <a:lnSpc>
                <a:spcPct val="80000"/>
              </a:lnSpc>
              <a:buFontTx/>
              <a:buNone/>
            </a:pPr>
            <a:endParaRPr lang="it-IT" altLang="it-IT" sz="900"/>
          </a:p>
          <a:p>
            <a:pPr>
              <a:lnSpc>
                <a:spcPct val="80000"/>
              </a:lnSpc>
              <a:buFontTx/>
              <a:buNone/>
            </a:pPr>
            <a:endParaRPr lang="it-IT" altLang="it-IT" sz="900"/>
          </a:p>
          <a:p>
            <a:pPr>
              <a:lnSpc>
                <a:spcPct val="80000"/>
              </a:lnSpc>
              <a:buFontTx/>
              <a:buNone/>
            </a:pPr>
            <a:endParaRPr lang="it-IT" altLang="it-IT" sz="900"/>
          </a:p>
          <a:p>
            <a:pPr>
              <a:lnSpc>
                <a:spcPct val="80000"/>
              </a:lnSpc>
              <a:buFontTx/>
              <a:buNone/>
            </a:pPr>
            <a:endParaRPr lang="it-IT" altLang="it-IT" sz="900"/>
          </a:p>
          <a:p>
            <a:pPr>
              <a:lnSpc>
                <a:spcPct val="80000"/>
              </a:lnSpc>
              <a:buFontTx/>
              <a:buNone/>
            </a:pPr>
            <a:endParaRPr lang="it-IT" altLang="it-IT" sz="900"/>
          </a:p>
          <a:p>
            <a:pPr>
              <a:lnSpc>
                <a:spcPct val="80000"/>
              </a:lnSpc>
              <a:buFontTx/>
              <a:buNone/>
            </a:pPr>
            <a:endParaRPr lang="it-IT" altLang="it-IT" sz="900"/>
          </a:p>
          <a:p>
            <a:pPr>
              <a:lnSpc>
                <a:spcPct val="80000"/>
              </a:lnSpc>
              <a:buFontTx/>
              <a:buNone/>
            </a:pPr>
            <a:endParaRPr lang="it-IT" altLang="it-IT" sz="900"/>
          </a:p>
          <a:p>
            <a:pPr>
              <a:lnSpc>
                <a:spcPct val="80000"/>
              </a:lnSpc>
              <a:buFontTx/>
              <a:buNone/>
            </a:pPr>
            <a:endParaRPr lang="it-IT" altLang="it-IT" sz="900"/>
          </a:p>
          <a:p>
            <a:pPr>
              <a:lnSpc>
                <a:spcPct val="80000"/>
              </a:lnSpc>
              <a:buFontTx/>
              <a:buNone/>
            </a:pPr>
            <a:endParaRPr lang="it-IT" altLang="it-IT" sz="900"/>
          </a:p>
          <a:p>
            <a:pPr>
              <a:lnSpc>
                <a:spcPct val="80000"/>
              </a:lnSpc>
              <a:buFontTx/>
              <a:buNone/>
            </a:pPr>
            <a:endParaRPr lang="it-IT" altLang="it-IT" sz="900"/>
          </a:p>
          <a:p>
            <a:pPr>
              <a:lnSpc>
                <a:spcPct val="80000"/>
              </a:lnSpc>
              <a:buFontTx/>
              <a:buNone/>
            </a:pPr>
            <a:endParaRPr lang="it-IT" altLang="it-IT" sz="900"/>
          </a:p>
          <a:p>
            <a:pPr>
              <a:lnSpc>
                <a:spcPct val="80000"/>
              </a:lnSpc>
              <a:buFontTx/>
              <a:buNone/>
            </a:pPr>
            <a:endParaRPr lang="it-IT" altLang="it-IT" sz="900"/>
          </a:p>
          <a:p>
            <a:pPr>
              <a:lnSpc>
                <a:spcPct val="80000"/>
              </a:lnSpc>
              <a:buFontTx/>
              <a:buNone/>
            </a:pPr>
            <a:endParaRPr lang="it-IT" altLang="it-IT" sz="900"/>
          </a:p>
          <a:p>
            <a:pPr>
              <a:lnSpc>
                <a:spcPct val="80000"/>
              </a:lnSpc>
              <a:buFontTx/>
              <a:buNone/>
            </a:pPr>
            <a:endParaRPr lang="it-IT" altLang="it-IT" sz="900"/>
          </a:p>
          <a:p>
            <a:pPr>
              <a:lnSpc>
                <a:spcPct val="80000"/>
              </a:lnSpc>
              <a:buFontTx/>
              <a:buNone/>
            </a:pPr>
            <a:endParaRPr lang="it-IT" altLang="it-IT" sz="900"/>
          </a:p>
          <a:p>
            <a:pPr>
              <a:lnSpc>
                <a:spcPct val="80000"/>
              </a:lnSpc>
              <a:buFontTx/>
              <a:buNone/>
            </a:pPr>
            <a:endParaRPr lang="it-IT" altLang="it-IT" sz="900"/>
          </a:p>
          <a:p>
            <a:pPr>
              <a:lnSpc>
                <a:spcPct val="80000"/>
              </a:lnSpc>
              <a:buFontTx/>
              <a:buNone/>
            </a:pPr>
            <a:endParaRPr lang="it-IT" altLang="it-IT" sz="900"/>
          </a:p>
          <a:p>
            <a:pPr>
              <a:lnSpc>
                <a:spcPct val="80000"/>
              </a:lnSpc>
              <a:buFontTx/>
              <a:buNone/>
            </a:pPr>
            <a:endParaRPr lang="it-IT" altLang="it-IT" sz="900"/>
          </a:p>
          <a:p>
            <a:pPr>
              <a:lnSpc>
                <a:spcPct val="80000"/>
              </a:lnSpc>
              <a:buFontTx/>
              <a:buNone/>
            </a:pPr>
            <a:endParaRPr lang="it-IT" altLang="it-IT" sz="900"/>
          </a:p>
          <a:p>
            <a:pPr algn="ctr">
              <a:lnSpc>
                <a:spcPct val="80000"/>
              </a:lnSpc>
              <a:buFontTx/>
              <a:buNone/>
            </a:pPr>
            <a:r>
              <a:rPr lang="it-IT" altLang="it-IT" sz="2000">
                <a:solidFill>
                  <a:schemeClr val="bg1"/>
                </a:solidFill>
              </a:rPr>
              <a:t>Mangia qui che poi fai gas.</a:t>
            </a:r>
          </a:p>
          <a:p>
            <a:pPr>
              <a:lnSpc>
                <a:spcPct val="80000"/>
              </a:lnSpc>
              <a:buFontTx/>
              <a:buNone/>
            </a:pPr>
            <a:endParaRPr lang="it-IT" altLang="it-IT" sz="2000">
              <a:solidFill>
                <a:schemeClr val="bg1"/>
              </a:solidFill>
            </a:endParaRPr>
          </a:p>
          <a:p>
            <a:pPr>
              <a:lnSpc>
                <a:spcPct val="80000"/>
              </a:lnSpc>
              <a:buFontTx/>
              <a:buNone/>
            </a:pPr>
            <a:endParaRPr lang="it-IT" altLang="it-IT" sz="900"/>
          </a:p>
          <a:p>
            <a:pPr>
              <a:lnSpc>
                <a:spcPct val="80000"/>
              </a:lnSpc>
              <a:buFontTx/>
              <a:buNone/>
            </a:pPr>
            <a:endParaRPr lang="it-IT" altLang="it-IT" sz="900"/>
          </a:p>
          <a:p>
            <a:pPr>
              <a:lnSpc>
                <a:spcPct val="80000"/>
              </a:lnSpc>
              <a:buFontTx/>
              <a:buNone/>
            </a:pPr>
            <a:endParaRPr lang="it-IT" altLang="it-IT" sz="900"/>
          </a:p>
          <a:p>
            <a:pPr>
              <a:lnSpc>
                <a:spcPct val="80000"/>
              </a:lnSpc>
              <a:buFontTx/>
              <a:buNone/>
            </a:pPr>
            <a:endParaRPr lang="it-IT" altLang="it-IT" sz="900"/>
          </a:p>
          <a:p>
            <a:pPr>
              <a:lnSpc>
                <a:spcPct val="80000"/>
              </a:lnSpc>
              <a:buFontTx/>
              <a:buNone/>
            </a:pPr>
            <a:endParaRPr lang="it-IT" altLang="it-IT" sz="900"/>
          </a:p>
          <a:p>
            <a:pPr>
              <a:lnSpc>
                <a:spcPct val="80000"/>
              </a:lnSpc>
              <a:buFontTx/>
              <a:buNone/>
            </a:pPr>
            <a:endParaRPr lang="el-GR" altLang="it-IT" sz="900"/>
          </a:p>
        </p:txBody>
      </p:sp>
      <p:pic>
        <p:nvPicPr>
          <p:cNvPr id="28676" name="Picture 4" descr="sign3">
            <a:extLst>
              <a:ext uri="{FF2B5EF4-FFF2-40B4-BE49-F238E27FC236}">
                <a16:creationId xmlns:a16="http://schemas.microsoft.com/office/drawing/2014/main" id="{C8BD1280-448D-402A-92C8-C40F1AAFAA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219200"/>
            <a:ext cx="5638800" cy="449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>
            <a:extLst>
              <a:ext uri="{FF2B5EF4-FFF2-40B4-BE49-F238E27FC236}">
                <a16:creationId xmlns:a16="http://schemas.microsoft.com/office/drawing/2014/main" id="{D3F9B215-32CB-4BB4-BAE8-D66C932C09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543425"/>
          </a:xfrm>
        </p:spPr>
        <p:txBody>
          <a:bodyPr/>
          <a:lstStyle/>
          <a:p>
            <a:pPr>
              <a:buFontTx/>
              <a:buNone/>
            </a:pPr>
            <a:endParaRPr lang="it-IT" altLang="it-IT"/>
          </a:p>
          <a:p>
            <a:pPr>
              <a:buFontTx/>
              <a:buNone/>
            </a:pPr>
            <a:endParaRPr lang="it-IT" altLang="it-IT"/>
          </a:p>
          <a:p>
            <a:pPr>
              <a:buFontTx/>
              <a:buNone/>
            </a:pPr>
            <a:endParaRPr lang="it-IT" altLang="it-IT"/>
          </a:p>
          <a:p>
            <a:pPr>
              <a:buFontTx/>
              <a:buNone/>
            </a:pPr>
            <a:endParaRPr lang="it-IT" altLang="it-IT"/>
          </a:p>
          <a:p>
            <a:pPr>
              <a:buFontTx/>
              <a:buNone/>
            </a:pPr>
            <a:endParaRPr lang="it-IT" altLang="it-IT"/>
          </a:p>
          <a:p>
            <a:pPr>
              <a:buFontTx/>
              <a:buNone/>
            </a:pPr>
            <a:endParaRPr lang="it-IT" altLang="it-IT"/>
          </a:p>
          <a:p>
            <a:pPr>
              <a:buFontTx/>
              <a:buNone/>
            </a:pPr>
            <a:endParaRPr lang="it-IT" altLang="it-IT"/>
          </a:p>
          <a:p>
            <a:pPr algn="ctr">
              <a:buFontTx/>
              <a:buNone/>
            </a:pPr>
            <a:r>
              <a:rPr lang="it-IT" altLang="it-IT" sz="2000">
                <a:solidFill>
                  <a:schemeClr val="bg1"/>
                </a:solidFill>
              </a:rPr>
              <a:t>Cagnolini – Posteggio per clienti del ristorante cinese.</a:t>
            </a:r>
            <a:endParaRPr lang="el-GR" altLang="it-IT" sz="2000">
              <a:solidFill>
                <a:schemeClr val="bg1"/>
              </a:solidFill>
            </a:endParaRPr>
          </a:p>
        </p:txBody>
      </p:sp>
      <p:pic>
        <p:nvPicPr>
          <p:cNvPr id="29700" name="Picture 4" descr="sign7">
            <a:extLst>
              <a:ext uri="{FF2B5EF4-FFF2-40B4-BE49-F238E27FC236}">
                <a16:creationId xmlns:a16="http://schemas.microsoft.com/office/drawing/2014/main" id="{F0EE1040-5AF6-4F5D-B7C0-40906F2A7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066800"/>
            <a:ext cx="74676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>
            <a:extLst>
              <a:ext uri="{FF2B5EF4-FFF2-40B4-BE49-F238E27FC236}">
                <a16:creationId xmlns:a16="http://schemas.microsoft.com/office/drawing/2014/main" id="{E83E8639-156B-47EC-8679-657751D721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616450"/>
          </a:xfrm>
        </p:spPr>
        <p:txBody>
          <a:bodyPr/>
          <a:lstStyle/>
          <a:p>
            <a:endParaRPr lang="it-IT" altLang="it-IT"/>
          </a:p>
          <a:p>
            <a:endParaRPr lang="it-IT" altLang="it-IT"/>
          </a:p>
          <a:p>
            <a:endParaRPr lang="it-IT" altLang="it-IT"/>
          </a:p>
          <a:p>
            <a:endParaRPr lang="it-IT" altLang="it-IT"/>
          </a:p>
          <a:p>
            <a:endParaRPr lang="it-IT" altLang="it-IT"/>
          </a:p>
          <a:p>
            <a:endParaRPr lang="it-IT" altLang="it-IT"/>
          </a:p>
          <a:p>
            <a:endParaRPr lang="it-IT" altLang="it-IT"/>
          </a:p>
          <a:p>
            <a:pPr algn="ctr">
              <a:buFontTx/>
              <a:buNone/>
            </a:pPr>
            <a:r>
              <a:rPr lang="it-IT" altLang="it-IT" sz="2000">
                <a:solidFill>
                  <a:schemeClr val="bg1"/>
                </a:solidFill>
              </a:rPr>
              <a:t>Adesso assumiamo tutte le merde</a:t>
            </a:r>
            <a:endParaRPr lang="el-GR" altLang="it-IT" sz="2000">
              <a:solidFill>
                <a:schemeClr val="bg1"/>
              </a:solidFill>
            </a:endParaRPr>
          </a:p>
        </p:txBody>
      </p:sp>
      <p:pic>
        <p:nvPicPr>
          <p:cNvPr id="30724" name="Picture 4" descr="sign5">
            <a:extLst>
              <a:ext uri="{FF2B5EF4-FFF2-40B4-BE49-F238E27FC236}">
                <a16:creationId xmlns:a16="http://schemas.microsoft.com/office/drawing/2014/main" id="{6A3AE823-06BF-47E8-989B-0EC856CC37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143000"/>
            <a:ext cx="6781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1FE9701F-C206-4BF4-AE34-5D5BDA0BF4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l-GR" altLang="it-IT"/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F39BA00F-80FB-4194-A140-93A84E5D58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2565400"/>
            <a:ext cx="7772400" cy="4114800"/>
          </a:xfrm>
        </p:spPr>
        <p:txBody>
          <a:bodyPr/>
          <a:lstStyle/>
          <a:p>
            <a:endParaRPr lang="it-IT" altLang="it-IT"/>
          </a:p>
          <a:p>
            <a:endParaRPr lang="it-IT" altLang="it-IT"/>
          </a:p>
          <a:p>
            <a:endParaRPr lang="it-IT" altLang="it-IT"/>
          </a:p>
          <a:p>
            <a:endParaRPr lang="it-IT" altLang="it-IT"/>
          </a:p>
          <a:p>
            <a:endParaRPr lang="it-IT" altLang="it-IT"/>
          </a:p>
          <a:p>
            <a:endParaRPr lang="it-IT" altLang="it-IT"/>
          </a:p>
          <a:p>
            <a:pPr algn="ctr">
              <a:buFontTx/>
              <a:buNone/>
            </a:pPr>
            <a:r>
              <a:rPr lang="it-IT" altLang="it-IT" sz="2000">
                <a:solidFill>
                  <a:schemeClr val="bg1"/>
                </a:solidFill>
              </a:rPr>
              <a:t>Zuppa al gusto di minchia.</a:t>
            </a:r>
            <a:endParaRPr lang="el-GR" altLang="it-IT" sz="2000">
              <a:solidFill>
                <a:schemeClr val="bg1"/>
              </a:solidFill>
            </a:endParaRPr>
          </a:p>
        </p:txBody>
      </p:sp>
      <p:pic>
        <p:nvPicPr>
          <p:cNvPr id="32772" name="Picture 4" descr="SIGN59">
            <a:extLst>
              <a:ext uri="{FF2B5EF4-FFF2-40B4-BE49-F238E27FC236}">
                <a16:creationId xmlns:a16="http://schemas.microsoft.com/office/drawing/2014/main" id="{E58F041A-86DE-4723-B52F-241500011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066800"/>
            <a:ext cx="64770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36D1EB05-51D0-445F-A4DC-E8744B98CE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l-GR" altLang="it-IT"/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67C95961-F7EB-451C-A590-3B6A2B8587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543425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it-IT" altLang="it-IT"/>
          </a:p>
          <a:p>
            <a:pPr>
              <a:lnSpc>
                <a:spcPct val="90000"/>
              </a:lnSpc>
            </a:pPr>
            <a:endParaRPr lang="it-IT" altLang="it-IT"/>
          </a:p>
          <a:p>
            <a:pPr>
              <a:lnSpc>
                <a:spcPct val="90000"/>
              </a:lnSpc>
            </a:pPr>
            <a:endParaRPr lang="it-IT" altLang="it-IT"/>
          </a:p>
          <a:p>
            <a:pPr>
              <a:lnSpc>
                <a:spcPct val="90000"/>
              </a:lnSpc>
            </a:pPr>
            <a:endParaRPr lang="it-IT" altLang="it-IT"/>
          </a:p>
          <a:p>
            <a:pPr>
              <a:lnSpc>
                <a:spcPct val="90000"/>
              </a:lnSpc>
            </a:pPr>
            <a:endParaRPr lang="it-IT" altLang="it-IT"/>
          </a:p>
          <a:p>
            <a:pPr>
              <a:lnSpc>
                <a:spcPct val="90000"/>
              </a:lnSpc>
            </a:pPr>
            <a:endParaRPr lang="it-IT" altLang="it-IT"/>
          </a:p>
          <a:p>
            <a:pPr>
              <a:lnSpc>
                <a:spcPct val="90000"/>
              </a:lnSpc>
            </a:pPr>
            <a:endParaRPr lang="it-IT" altLang="it-IT" sz="20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endParaRPr lang="it-IT" altLang="it-IT" sz="200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  <a:buFontTx/>
              <a:buNone/>
            </a:pPr>
            <a:r>
              <a:rPr lang="it-IT" altLang="it-IT" sz="2000">
                <a:solidFill>
                  <a:schemeClr val="bg1"/>
                </a:solidFill>
              </a:rPr>
              <a:t>Tutti quelli (eccetto i giocatori) che verranno presi mentre raccolgono palle da golf, verranno denunciati e poi toglieremo loro le palle.</a:t>
            </a:r>
            <a:endParaRPr lang="el-GR" altLang="it-IT" sz="2000">
              <a:solidFill>
                <a:schemeClr val="bg1"/>
              </a:solidFill>
            </a:endParaRPr>
          </a:p>
        </p:txBody>
      </p:sp>
      <p:pic>
        <p:nvPicPr>
          <p:cNvPr id="33796" name="Picture 4" descr="sign9">
            <a:extLst>
              <a:ext uri="{FF2B5EF4-FFF2-40B4-BE49-F238E27FC236}">
                <a16:creationId xmlns:a16="http://schemas.microsoft.com/office/drawing/2014/main" id="{3741BD71-38A9-44EC-80AF-B3D8AC0373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620713"/>
            <a:ext cx="7010400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92</Words>
  <Application>Microsoft Office PowerPoint</Application>
  <PresentationFormat>Presentazione su schermo (4:3)</PresentationFormat>
  <Paragraphs>118</Paragraphs>
  <Slides>20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2" baseType="lpstr">
      <vt:lpstr>Times New Roman</vt:lpstr>
      <vt:lpstr>Default Design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Toll Holdings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deliabe</dc:creator>
  <cp:lastModifiedBy>piergiorgio.lovaglio@unimib.it</cp:lastModifiedBy>
  <cp:revision>5</cp:revision>
  <dcterms:created xsi:type="dcterms:W3CDTF">2003-08-01T02:55:53Z</dcterms:created>
  <dcterms:modified xsi:type="dcterms:W3CDTF">2026-04-24T11:17:02Z</dcterms:modified>
</cp:coreProperties>
</file>