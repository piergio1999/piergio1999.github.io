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57" r:id="rId3"/>
    <p:sldId id="282" r:id="rId4"/>
    <p:sldId id="278" r:id="rId5"/>
    <p:sldId id="284" r:id="rId6"/>
    <p:sldId id="259" r:id="rId7"/>
    <p:sldId id="260" r:id="rId8"/>
    <p:sldId id="261" r:id="rId9"/>
    <p:sldId id="285" r:id="rId10"/>
    <p:sldId id="277" r:id="rId11"/>
    <p:sldId id="262" r:id="rId12"/>
    <p:sldId id="263" r:id="rId13"/>
    <p:sldId id="264" r:id="rId14"/>
    <p:sldId id="265" r:id="rId15"/>
    <p:sldId id="274" r:id="rId16"/>
    <p:sldId id="270" r:id="rId17"/>
    <p:sldId id="271" r:id="rId18"/>
    <p:sldId id="279" r:id="rId19"/>
    <p:sldId id="280" r:id="rId20"/>
    <p:sldId id="281" r:id="rId21"/>
    <p:sldId id="283" r:id="rId22"/>
    <p:sldId id="286" r:id="rId23"/>
    <p:sldId id="287" r:id="rId24"/>
    <p:sldId id="288" r:id="rId25"/>
    <p:sldId id="289" r:id="rId26"/>
    <p:sldId id="290" r:id="rId27"/>
    <p:sldId id="291" r:id="rId28"/>
    <p:sldId id="294" r:id="rId29"/>
    <p:sldId id="292" r:id="rId30"/>
    <p:sldId id="293" r:id="rId31"/>
    <p:sldId id="296" r:id="rId32"/>
    <p:sldId id="295" r:id="rId3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74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99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51D7B5-767E-4EC2-AC47-3B4CBF7926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1187105-0CAE-423C-8FCF-6884373290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46F0ECD-8C5B-46D9-BFFE-3713A67F1E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E4E30A8-BA52-4CA3-9428-01C6DC55D4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21DD701-F9F7-467E-9F5B-4455CBBE38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CDB5AC-14F0-45B7-823C-D37FDEF1BA2D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718077052"/>
      </p:ext>
    </p:extLst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F8D944-A3FE-4CF6-A7A6-C8EA86A1B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7AEF9E4-80E7-413B-9EC7-FA29A48C1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F52EC52-D6A0-44E7-93F2-1A90A74B1E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7E681CC-CC3E-4859-A051-3A74C62D58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F413148-E605-47F8-A13C-F70F11FB97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5B40E9-68D9-4EEC-9B5A-650630031A3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034182185"/>
      </p:ext>
    </p:extLst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97D53C-64C0-4991-9F5C-23761CBA5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DB486C7-0C2D-497E-B67E-68181C0C0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7FEEDED-B072-4BE5-AD4C-783FF9F885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DADCD16-0B9B-4B18-9E47-1B59EA002E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58B6DEC-25B4-4E05-BB5A-A9654309B1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E2A0B6-01E7-4FF3-BEDC-7A55393A508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36398214"/>
      </p:ext>
    </p:extLst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5CE43F-7D5C-42E7-844F-D11FE7695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EF6567F-767D-464E-826B-D8E3279503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97BBC1F-C659-4A16-988E-C5EACE83CD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E06843-2153-4B97-BC02-1ECF992716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12A891-46B7-4E96-B142-32BA7CC9E6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C729F0-C724-40A4-BE63-3C2AB9735B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1A5557-C1BC-4363-86B9-FA03F22FB6A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204715263"/>
      </p:ext>
    </p:extLst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F0A2F3-6084-47F8-ABCB-9488BC0E2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28BC0A8-17E5-4F4B-A320-3F2F9DFC6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102F8D0-610C-4CC1-B52D-631D8491D4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CAB4533-EAFB-4BDB-819D-F7084997D0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8045B39-D0CC-4BFF-8965-0AEAC1735A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4285E53-1274-4229-AE0A-ED956F1643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F0E05A9-587B-4E35-AAD7-95576FB0E2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C0BF3FB-B986-40F7-B9DB-CCE40DAFEC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6442B8-62AD-40F8-8BC7-4F7AE4029AB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163337228"/>
      </p:ext>
    </p:extLst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178AC0-DF17-495D-86F5-60A34E557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9A2C7B6-2549-4E50-A33F-39E5290CA2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166E9F3-1261-4C66-8147-03E8652BE2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6EC981B-633E-401D-AB79-E568C4B674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ED3448-5EB3-4CE1-8060-4D6F9C9EBDBF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028310130"/>
      </p:ext>
    </p:extLst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C2C3069-6ABA-40E2-824B-A3664C7155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6DB4C0E-8994-4C44-BCE5-80139A21E0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0EA0162-0D90-4B6B-ADF6-E54ECD4B25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13829A-0495-42D1-916F-E373B863742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432615971"/>
      </p:ext>
    </p:extLst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E985BF9-FA1E-4D28-BC83-17C186A44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32F2539-0C21-4A70-BAAF-1E9FE9172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5F18DA2-F1A1-4D0D-97C4-D4816EBD3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2ADF7B-10DE-4400-8A0C-3C1ADA57CE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112023-AC2C-4731-AE0B-A310CCE697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B58DE8-8ACC-406A-8839-729A72C89D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0238DB-D1B0-4401-95CB-5A289434F6B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928493738"/>
      </p:ext>
    </p:extLst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F99E8A-4E08-4446-99C1-24898EC75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5B5EFAF-3936-4BA8-88BF-0FB4CF3C5A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ACE0F0C-3A51-4835-8532-A50AA0DB68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97527D-1C2C-41FD-86AD-87EDF26C5F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4F0942-12BC-4E1F-B1E0-A4B955DCA4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7B0471-736E-49CE-A6AC-5108F5B499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835984-ECC7-4D2A-B540-51D9257D10F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287902824"/>
      </p:ext>
    </p:extLst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04A9C4-B1AD-4B7F-9947-BE534EA11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E0193C8-7B16-42B5-85AE-0C12DBCFE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5385AD6-3E3A-470B-8312-5B2E0CCF0B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2BB3CE1-8621-4E55-87F2-649A66D5EF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39C8B86-7B72-4BE3-89D8-6DBAE89B6C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CF388-4D7C-41D0-8CA9-F20C5F771CD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652038097"/>
      </p:ext>
    </p:extLst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9F493A3B-1F66-477D-90B1-01C0A702B8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909E537-68D9-4D82-9957-2F9C4B73BB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AB425F-468D-4BB5-9898-E7CF35959B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140EA7D-DE75-48A1-915B-51C082DE51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371F386-9D7C-4D5A-9F82-502FAD4646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B2B320-9992-4DF0-898B-CAF4F2FE3269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721401404"/>
      </p:ext>
    </p:extLst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3B30301-760C-4A0E-A329-4E84757328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93CC7F0-4CAD-4D17-B5DF-172307941B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029ED28-7EDF-4B82-8CFB-DB7E9D4DD23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EE95EEA-EE56-4723-8D1A-A90DF8E6226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03EA84F-4BB4-4ECF-BEAA-2EB9F257E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D9313C1C-17A9-4DB1-A5B9-62D1CA8AD98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dissolv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:\jumbo5\Allegati\made_in_italy\sia_chiaro.jpg">
            <a:extLst>
              <a:ext uri="{FF2B5EF4-FFF2-40B4-BE49-F238E27FC236}">
                <a16:creationId xmlns:a16="http://schemas.microsoft.com/office/drawing/2014/main" id="{4C860DB6-818B-41F8-88B9-106E11239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28800"/>
            <a:ext cx="91440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dissolv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6" descr="C:\Backup\SCHERZI\FOTO\Parcheggio.jpg">
            <a:extLst>
              <a:ext uri="{FF2B5EF4-FFF2-40B4-BE49-F238E27FC236}">
                <a16:creationId xmlns:a16="http://schemas.microsoft.com/office/drawing/2014/main" id="{462F6EC0-09C4-458A-A4A8-DBA2373FD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6238"/>
            <a:ext cx="9144000" cy="610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dissolv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 descr="C:\Backup\SCHERZI\FOTO\Rambo.jpg">
            <a:extLst>
              <a:ext uri="{FF2B5EF4-FFF2-40B4-BE49-F238E27FC236}">
                <a16:creationId xmlns:a16="http://schemas.microsoft.com/office/drawing/2014/main" id="{473DA5B3-5BD7-46E4-A9F7-D8310FABA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563"/>
            <a:ext cx="9144000" cy="674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dissolv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E:\jumbo5\Allegati\made_in_italy\Antifurto.jpg">
            <a:extLst>
              <a:ext uri="{FF2B5EF4-FFF2-40B4-BE49-F238E27FC236}">
                <a16:creationId xmlns:a16="http://schemas.microsoft.com/office/drawing/2014/main" id="{CB2AE4ED-93BA-46D3-A90A-DCA8DC79C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938"/>
            <a:ext cx="9144000" cy="697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dissolv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E:\jumbo5\Allegati\made_in_italy\cartelli_saggezzanapoletana.jpg">
            <a:extLst>
              <a:ext uri="{FF2B5EF4-FFF2-40B4-BE49-F238E27FC236}">
                <a16:creationId xmlns:a16="http://schemas.microsoft.com/office/drawing/2014/main" id="{E4ED6ED1-1AF5-4D42-844F-DDDCD4519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dissolv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4" descr="E:\jumbo5\Allegati\made_in_italy\attenti_al_cane.jpg">
            <a:extLst>
              <a:ext uri="{FF2B5EF4-FFF2-40B4-BE49-F238E27FC236}">
                <a16:creationId xmlns:a16="http://schemas.microsoft.com/office/drawing/2014/main" id="{DBC443EC-F90E-4DCC-A587-2E47311BC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4800"/>
            <a:ext cx="9144000" cy="632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dissolv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4" descr="E:\jumbo5\Allegati\made_in_italy\citofono.jpg">
            <a:extLst>
              <a:ext uri="{FF2B5EF4-FFF2-40B4-BE49-F238E27FC236}">
                <a16:creationId xmlns:a16="http://schemas.microsoft.com/office/drawing/2014/main" id="{052240FD-C6A2-4C94-819F-AF22EA86E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57150"/>
            <a:ext cx="9144000" cy="691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dissolv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4" descr="E:\jumbo5\Allegati\made_in_italy\i_meno_cari.jpg">
            <a:extLst>
              <a:ext uri="{FF2B5EF4-FFF2-40B4-BE49-F238E27FC236}">
                <a16:creationId xmlns:a16="http://schemas.microsoft.com/office/drawing/2014/main" id="{BDA10C1C-5B33-4359-92C0-ABA877A86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9538"/>
            <a:ext cx="9144000" cy="661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dissolv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E:\jumbo5\Allegati\made_in_italy\Torno_subito.jpg">
            <a:extLst>
              <a:ext uri="{FF2B5EF4-FFF2-40B4-BE49-F238E27FC236}">
                <a16:creationId xmlns:a16="http://schemas.microsoft.com/office/drawing/2014/main" id="{291607A0-89F2-49D8-BA41-0E870FD1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dissolv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3" descr="C:\Backup\SCHERZI\FOTO\Pace.jpg">
            <a:extLst>
              <a:ext uri="{FF2B5EF4-FFF2-40B4-BE49-F238E27FC236}">
                <a16:creationId xmlns:a16="http://schemas.microsoft.com/office/drawing/2014/main" id="{26AB415F-AB0C-49F3-BDA5-5FDA99EB22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3"/>
            <a:ext cx="9144000" cy="6867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dissolv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3" descr="E:\jumbo5\Allegati\made_in_italy\patente_a_punti.jpg">
            <a:extLst>
              <a:ext uri="{FF2B5EF4-FFF2-40B4-BE49-F238E27FC236}">
                <a16:creationId xmlns:a16="http://schemas.microsoft.com/office/drawing/2014/main" id="{2AFB99A9-76F7-45F3-9FBF-BF87B5896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1000"/>
            <a:ext cx="9144000" cy="611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dissolv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3" descr="E:\jumbo5\Allegati\made_in_italy\Scendi_il_cane_e_piscialo.jpg">
            <a:extLst>
              <a:ext uri="{FF2B5EF4-FFF2-40B4-BE49-F238E27FC236}">
                <a16:creationId xmlns:a16="http://schemas.microsoft.com/office/drawing/2014/main" id="{04F7F0D2-2A22-4213-8851-E40E81906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-23813"/>
            <a:ext cx="7315200" cy="688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dissolv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3" descr="E:\jumbo5\Allegati\made_in_italy\segnaletica.jpg">
            <a:extLst>
              <a:ext uri="{FF2B5EF4-FFF2-40B4-BE49-F238E27FC236}">
                <a16:creationId xmlns:a16="http://schemas.microsoft.com/office/drawing/2014/main" id="{DED257ED-84EC-4A18-B29B-ACEA36316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0163"/>
            <a:ext cx="9144000" cy="688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dissolv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3" descr="E:\jumbo5\Allegati\made_in_italy\tutte_le_strade_portano_a_roma.jpg">
            <a:extLst>
              <a:ext uri="{FF2B5EF4-FFF2-40B4-BE49-F238E27FC236}">
                <a16:creationId xmlns:a16="http://schemas.microsoft.com/office/drawing/2014/main" id="{CB79744C-B926-4CC4-89F2-55AFEF5DC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7463"/>
            <a:ext cx="9144000" cy="6892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dissolv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E:\jumbo5\Allegati\made_in_italy\Antifurto2.jpg">
            <a:extLst>
              <a:ext uri="{FF2B5EF4-FFF2-40B4-BE49-F238E27FC236}">
                <a16:creationId xmlns:a16="http://schemas.microsoft.com/office/drawing/2014/main" id="{F4EF5640-BA16-41DC-B1F2-2230BA230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"/>
            <a:ext cx="9144000" cy="588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dissolv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3" descr="C:\Backup\SCHERZI\FOTO\NoParking.jpg">
            <a:extLst>
              <a:ext uri="{FF2B5EF4-FFF2-40B4-BE49-F238E27FC236}">
                <a16:creationId xmlns:a16="http://schemas.microsoft.com/office/drawing/2014/main" id="{C84DDEFB-0FAE-4B1B-92A7-E28ACAD59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684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dissolv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3" descr="C:\Backup\SCHERZI\FOTO\Pasquino.jpg">
            <a:extLst>
              <a:ext uri="{FF2B5EF4-FFF2-40B4-BE49-F238E27FC236}">
                <a16:creationId xmlns:a16="http://schemas.microsoft.com/office/drawing/2014/main" id="{3C109A63-3D8D-4746-AFD4-634BCBF55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dissolv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3" descr="C:\Backup\SCHERZI\FOTO\MeteoCorda.jpg">
            <a:extLst>
              <a:ext uri="{FF2B5EF4-FFF2-40B4-BE49-F238E27FC236}">
                <a16:creationId xmlns:a16="http://schemas.microsoft.com/office/drawing/2014/main" id="{6A0A4E28-E63C-4696-B463-E58890350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0"/>
            <a:ext cx="54927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dissolv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3" descr="C:\Backup\SCHERZI\FOTO\Bombe.jpg">
            <a:extLst>
              <a:ext uri="{FF2B5EF4-FFF2-40B4-BE49-F238E27FC236}">
                <a16:creationId xmlns:a16="http://schemas.microsoft.com/office/drawing/2014/main" id="{B7CF2FD8-A0E4-4B69-B0AE-468374D86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9144000" cy="640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dissolv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C:\Backup\SCHERZI\FOTO\Bivio.jpg">
            <a:extLst>
              <a:ext uri="{FF2B5EF4-FFF2-40B4-BE49-F238E27FC236}">
                <a16:creationId xmlns:a16="http://schemas.microsoft.com/office/drawing/2014/main" id="{9DF1D08E-DD55-4189-A7F3-4D7CEAC22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-1588"/>
            <a:ext cx="8534400" cy="6861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dissolv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C:\Backup\SCHERZI\FOTO\Vendesi.jpg">
            <a:extLst>
              <a:ext uri="{FF2B5EF4-FFF2-40B4-BE49-F238E27FC236}">
                <a16:creationId xmlns:a16="http://schemas.microsoft.com/office/drawing/2014/main" id="{EA546E82-C9A5-40BF-A7F1-28A176D8B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5438"/>
            <a:ext cx="9144000" cy="620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dissolv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Immagine 2">
            <a:extLst>
              <a:ext uri="{FF2B5EF4-FFF2-40B4-BE49-F238E27FC236}">
                <a16:creationId xmlns:a16="http://schemas.microsoft.com/office/drawing/2014/main" id="{F3BD8B2D-1E4F-4400-AD22-2FB8C9EF57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584200"/>
            <a:ext cx="7777163" cy="568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dissolv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73C2B13A-8A17-49C1-9875-AC44A64303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404664"/>
            <a:ext cx="8289535" cy="6192688"/>
          </a:xfrm>
          <a:prstGeom prst="rect">
            <a:avLst/>
          </a:prstGeom>
        </p:spPr>
      </p:pic>
    </p:spTree>
  </p:cSld>
  <p:clrMapOvr>
    <a:masterClrMapping/>
  </p:clrMapOvr>
  <p:transition>
    <p:dissolv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FD886C96-E8E7-445F-BFE9-1DAB6C1828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60648"/>
            <a:ext cx="6954713" cy="572665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D80BD2-E8C5-410F-807A-80C51FD39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1026" name="Picture 2" descr="cartelli_guidasenzamutande">
            <a:extLst>
              <a:ext uri="{FF2B5EF4-FFF2-40B4-BE49-F238E27FC236}">
                <a16:creationId xmlns:a16="http://schemas.microsoft.com/office/drawing/2014/main" id="{0FE5A15E-0BA0-438F-A1B8-2005A4EBF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672"/>
            <a:ext cx="9008714" cy="4504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8801071"/>
      </p:ext>
    </p:extLst>
  </p:cSld>
  <p:clrMapOvr>
    <a:masterClrMapping/>
  </p:clrMapOvr>
  <p:transition>
    <p:dissolv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cendi_il_cane_e_piscialo">
            <a:extLst>
              <a:ext uri="{FF2B5EF4-FFF2-40B4-BE49-F238E27FC236}">
                <a16:creationId xmlns:a16="http://schemas.microsoft.com/office/drawing/2014/main" id="{17D45B95-39E4-4768-BF36-43418DBA8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273" y="116632"/>
            <a:ext cx="6511453" cy="4847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3569756"/>
      </p:ext>
    </p:extLst>
  </p:cSld>
  <p:clrMapOvr>
    <a:masterClrMapping/>
  </p:clrMapOvr>
  <p:transition>
    <p:dissolv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nopark">
            <a:extLst>
              <a:ext uri="{FF2B5EF4-FFF2-40B4-BE49-F238E27FC236}">
                <a16:creationId xmlns:a16="http://schemas.microsoft.com/office/drawing/2014/main" id="{ABEECC91-2110-44A8-BDA4-2EDD95445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776" y="1124744"/>
            <a:ext cx="8742448" cy="482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1235738"/>
      </p:ext>
    </p:extLst>
  </p:cSld>
  <p:clrMapOvr>
    <a:masterClrMapping/>
  </p:clrMapOvr>
  <p:transition>
    <p:dissolv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781A1F02-99FE-4293-99A2-EA8BF301C087}"/>
              </a:ext>
            </a:extLst>
          </p:cNvPr>
          <p:cNvSpPr txBox="1">
            <a:spLocks/>
          </p:cNvSpPr>
          <p:nvPr/>
        </p:nvSpPr>
        <p:spPr bwMode="auto">
          <a:xfrm>
            <a:off x="685800" y="2420888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t-IT" dirty="0"/>
              <a:t>Tempo di </a:t>
            </a:r>
            <a:r>
              <a:rPr lang="it-IT" dirty="0" err="1"/>
              <a:t>Covid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46719919"/>
      </p:ext>
    </p:extLst>
  </p:cSld>
  <p:clrMapOvr>
    <a:masterClrMapping/>
  </p:clrMapOvr>
  <p:transition>
    <p:dissolv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F35A93-9FC5-42FC-BBA3-91BCC3B33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3B451BA7-38C1-4E96-9B69-8E83272FFF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12" y="0"/>
            <a:ext cx="70155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116614"/>
      </p:ext>
    </p:extLst>
  </p:cSld>
  <p:clrMapOvr>
    <a:masterClrMapping/>
  </p:clrMapOvr>
  <p:transition>
    <p:dissolv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D035784C-3774-406A-9C99-BB9F2FC147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752600"/>
            <a:ext cx="6667500" cy="4772025"/>
          </a:xfrm>
          <a:prstGeom prst="rect">
            <a:avLst/>
          </a:prstGeom>
        </p:spPr>
      </p:pic>
      <p:sp>
        <p:nvSpPr>
          <p:cNvPr id="5" name="Titolo 4">
            <a:extLst>
              <a:ext uri="{FF2B5EF4-FFF2-40B4-BE49-F238E27FC236}">
                <a16:creationId xmlns:a16="http://schemas.microsoft.com/office/drawing/2014/main" id="{CE2D4617-CC6B-40F2-8F38-8D18CF1DD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1934465"/>
      </p:ext>
    </p:extLst>
  </p:cSld>
  <p:clrMapOvr>
    <a:masterClrMapping/>
  </p:clrMapOvr>
  <p:transition>
    <p:dissolv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D092B7-F552-45EE-8613-844D0121A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922429C-67D5-4CAC-AA53-75A264832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470" y="-10693"/>
            <a:ext cx="64950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657248"/>
      </p:ext>
    </p:extLst>
  </p:cSld>
  <p:clrMapOvr>
    <a:masterClrMapping/>
  </p:clrMapOvr>
  <p:transition>
    <p:dissolv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D16791-657E-480C-9C6E-18EE50C68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917971A-C100-42FF-8ECA-4F4E591A91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27" y="0"/>
            <a:ext cx="78745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520398"/>
      </p:ext>
    </p:extLst>
  </p:cSld>
  <p:clrMapOvr>
    <a:masterClrMapping/>
  </p:clrMapOvr>
  <p:transition>
    <p:dissolve/>
  </p:transition>
</p:sld>
</file>

<file path=ppt/theme/theme1.xml><?xml version="1.0" encoding="utf-8"?>
<a:theme xmlns:a="http://schemas.openxmlformats.org/drawingml/2006/main" name="Struttura predefinita">
  <a:themeElements>
    <a:clrScheme name="Struttura predefini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ruttura predefinita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</TotalTime>
  <Words>3</Words>
  <Application>Microsoft Office PowerPoint</Application>
  <PresentationFormat>Presentazione su schermo (4:3)</PresentationFormat>
  <Paragraphs>1</Paragraphs>
  <Slides>32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32</vt:i4>
      </vt:variant>
    </vt:vector>
  </HeadingPairs>
  <TitlesOfParts>
    <vt:vector size="35" baseType="lpstr">
      <vt:lpstr>Arial</vt:lpstr>
      <vt:lpstr>Times New Roman</vt:lpstr>
      <vt:lpstr>Struttura predefinita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</dc:title>
  <dc:subject>VARIE</dc:subject>
  <dc:creator>Massimiliano Fioroni</dc:creator>
  <cp:lastModifiedBy>piergiorgio.lovaglio@unimib.it</cp:lastModifiedBy>
  <cp:revision>18</cp:revision>
  <dcterms:created xsi:type="dcterms:W3CDTF">1601-01-01T00:00:00Z</dcterms:created>
  <dcterms:modified xsi:type="dcterms:W3CDTF">2026-04-24T12:09:13Z</dcterms:modified>
</cp:coreProperties>
</file>